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 Learning Midterm Project: Group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Multi-Object Tracking on MOT16</a:t>
            </a:r>
          </a:p>
          <a:p>
            <a:r>
              <a:t>Sal Nigro, Brady Maes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Track multiple pedestrians across video frames using the MOT16 dataset.</a:t>
            </a:r>
          </a:p>
          <a:p>
            <a:pPr lvl="1"/>
            <a:r>
              <a:t>Implementation approach: Tracking-by-Detection pipeline.</a:t>
            </a:r>
          </a:p>
          <a:p>
            <a:pPr/>
            <a:r>
              <a:t>The system is composed of three core components:</a:t>
            </a:r>
          </a:p>
          <a:p>
            <a:pPr lvl="1"/>
            <a:r>
              <a:t>Object Detection</a:t>
            </a:r>
          </a:p>
          <a:p>
            <a:pPr lvl="1"/>
            <a:r>
              <a:t>Appearance Feature Extraction (Re-ID)</a:t>
            </a:r>
          </a:p>
          <a:p>
            <a:pPr lvl="1"/>
            <a:r>
              <a:t>Data Association (Matching)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Detection</a:t>
            </a:r>
          </a:p>
          <a:p>
            <a:pPr lvl="1"/>
            <a:r>
              <a:t>Fine-tuned Faster R-CNN with a ResNet50 backbone to detect bounding boxes.</a:t>
            </a:r>
          </a:p>
          <a:p>
            <a:r>
              <a:t>2. Re-Identification (Re-ID)</a:t>
            </a:r>
          </a:p>
          <a:p>
            <a:pPr lvl="1"/>
            <a:r>
              <a:t>Siamese Network trained on pedestrian crops to extract distinct appearance embeddings.</a:t>
            </a:r>
          </a:p>
          <a:p>
            <a:r>
              <a:t>3. Data Association</a:t>
            </a:r>
          </a:p>
          <a:p>
            <a:pPr lvl="1"/>
            <a:r>
              <a:t>Hungarian Matching algorithm used to optimally assign new detections to active tracks based on Re-ID similarity 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Parsing &amp; Loaders:</a:t>
            </a:r>
          </a:p>
          <a:p>
            <a:pPr lvl="1"/>
            <a:r>
              <a:t>Parsed complex MOT16 CSV formats to extract ground-truth bounding boxes.</a:t>
            </a:r>
          </a:p>
          <a:p>
            <a:r>
              <a:t>Model Datasets:</a:t>
            </a:r>
          </a:p>
          <a:p>
            <a:pPr lvl="1"/>
            <a:r>
              <a:t>Detection Dataset: Image transformations and augmentations for Faster R-CNN.</a:t>
            </a:r>
          </a:p>
          <a:p>
            <a:pPr lvl="1"/>
            <a:r>
              <a:t>Re-ID Dataset: Custom dataset yielding positive/negative image pairs with similarity labels.</a:t>
            </a:r>
          </a:p>
          <a:p>
            <a:r>
              <a:t>Pipeline Integration:</a:t>
            </a:r>
          </a:p>
          <a:p>
            <a:pPr lvl="1"/>
            <a:r>
              <a:t>Merged detection bounding boxes with Re-ID score matrices to build continuous object trajectories.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Evaluation executed on training sequence MOT16-02 using the 'motmetrics' library.</a:t>
            </a:r>
          </a:p>
          <a:p>
            <a:pPr lvl="1"/>
            <a:r>
              <a:t>Frames Processed: 600</a:t>
            </a:r>
          </a:p>
          <a:p>
            <a:pPr lvl="1"/>
            <a:r>
              <a:t>MOTA (Multiple Object Tracking Accuracy): -15.5%</a:t>
            </a:r>
          </a:p>
          <a:p>
            <a:pPr lvl="1"/>
            <a:r>
              <a:t>IDF1 (ID F1 Score): 3.3%</a:t>
            </a:r>
          </a:p>
          <a:p>
            <a:pPr lvl="1"/>
            <a:r>
              <a:t>False Positives (FP): 2,974</a:t>
            </a:r>
          </a:p>
          <a:p>
            <a:pPr lvl="1"/>
            <a:r>
              <a:t>False Negatives (FN): 10,670</a:t>
            </a:r>
          </a:p>
          <a:p>
            <a:pPr lvl="1"/>
            <a:r>
              <a:t>ID Switches (ID_SW): 6,957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Performance:</a:t>
            </a:r>
          </a:p>
          <a:p>
            <a:pPr lvl="1"/>
            <a:r>
              <a:t>Negative MOTA and high ID switches are typical for unoptimized early-stage tracking models.</a:t>
            </a:r>
          </a:p>
          <a:p>
            <a:r>
              <a:t>Missing Detections:</a:t>
            </a:r>
          </a:p>
          <a:p>
            <a:pPr lvl="1"/>
            <a:r>
              <a:t>High False Negatives indicate the detection threshold may be too strict, or models need more epochs.</a:t>
            </a:r>
          </a:p>
          <a:p>
            <a:pPr/>
            <a:r>
              <a:t>Data Association Stability:</a:t>
            </a:r>
          </a:p>
          <a:p>
            <a:pPr lvl="1"/>
            <a:r>
              <a:t>High ID switches suggest the Siamese Network needs a larger margin or more robust embeddings.</a:t>
            </a:r>
          </a:p>
          <a:p>
            <a:pPr/>
            <a:r>
              <a:t>Future Improvements:</a:t>
            </a:r>
          </a:p>
          <a:p>
            <a:pPr lvl="1"/>
            <a:r>
              <a:t>Hyperparameter tuning, extended training duration, and implementing a Kalman Filter for motion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